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 — «Компьютер 21 века, перспективы».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Актуальность, цель,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Поколения: лампы, транзисторы, микросхемы, микропроцессоры, сегодня —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Современный компьютер: процессоры, ИИ, облако.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главных направления.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Плюсы и минусы.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 и благодарность.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1097280"/>
            <a:ext cx="2560320" cy="2560320"/>
          </a:xfrm>
          <a:prstGeom prst="roundRect">
            <a:avLst>
              <a:gd name="adj" fmla="val 7143"/>
            </a:avLst>
          </a:prstGeom>
          <a:solidFill>
            <a:srgbClr val="162050"/>
          </a:solidFill>
          <a:ln w="381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64592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0" y="1645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263640" y="868680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3657600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32120" y="1325880"/>
            <a:ext cx="2286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1325880"/>
            <a:ext cx="2286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868680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3657600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1783080"/>
            <a:ext cx="2286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783080"/>
            <a:ext cx="2286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868680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3657600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2240280"/>
            <a:ext cx="2286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240280"/>
            <a:ext cx="2286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868680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657600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2697480"/>
            <a:ext cx="2286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697480"/>
            <a:ext cx="2286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731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ИНДИВИДУАЛЬНЫЙ ПРОЕКТ · ИНФОРМАТИКА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1887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Компьютер 21 века: перспективы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Каким будет компьютер завтра и что это изменит для нас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023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____________ (ФИО), курс __ группа 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ГАПОУ «Техникум транспорта г. Орска»,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Актуальность, цель, задачи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Компьютеры есть в телефоне, машине, на транспорте. Технологии меняются так быстро, что важно понимать, куда они идут.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920240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Выяснить, каким будет компьютер в 21 веке и какие у него перспективы.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20240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Изучить историю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Описать современный компьютер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Рассмотреть технологии будущего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Оценить плюсы и риски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развития компьютера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7498080" cy="0"/>
          </a:xfrm>
          <a:prstGeom prst="line">
            <a:avLst/>
          </a:prstGeom>
          <a:noFill/>
          <a:ln w="25400">
            <a:solidFill>
              <a:srgbClr val="A9B4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783080"/>
            <a:ext cx="365760" cy="365760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B12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1940-е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Лампы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ENIAC: ~30 т, 18 тыс. ламп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79192" y="1783080"/>
            <a:ext cx="365760" cy="365760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B12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6272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1950-е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76272" y="2423160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67712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Транзисторы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32004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Меньше, быстрее, надёжнее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06824" y="1783080"/>
            <a:ext cx="365760" cy="365760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B12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03904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1960-е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03904" y="2423160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95344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Микросхемы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895344" y="32004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элементов на кристалле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34456" y="1783080"/>
            <a:ext cx="365760" cy="365760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B12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31536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1970-е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31536" y="2423160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22976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Процессоры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522976" y="32004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компьютер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62088" y="1783080"/>
            <a:ext cx="365760" cy="365760"/>
          </a:xfrm>
          <a:prstGeom prst="ellipse">
            <a:avLst/>
          </a:prstGeom>
          <a:solidFill>
            <a:srgbClr val="A78BFA"/>
          </a:solidFill>
          <a:ln w="38100">
            <a:solidFill>
              <a:srgbClr val="0B12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59168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2020-е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59168" y="2423160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50608" y="2514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и облака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150608" y="32004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Вычисления повсюду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Компьютер сегодня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нм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элементов в современных процессорах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Миллиарды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 подключены к интернету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63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нейросети в телефонах и ноутбуках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063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Облако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мощность «по запросу» из сети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 будущего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Квантовые компьютеры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Работают на кубитах. Для особых задач: новые материалы, лекарства, шифрование.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Искусственный интеллект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74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в учёбе, работе, на транспорте. Компьютер понимает речь и изображения.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Нейроморфные и фотонные чипы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Работают как мозг или на свете: быстрее и экономнее по энергии.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вещей и AR/VR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дом, транспорт, очки дополненной реальности.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Возможности и риски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Медицина: точная диагностика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Наука: сложные расчёты за минуты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Транспорт: безопасность, беспилотники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Образование доступно всем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202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Кибербезопасность и утечки данных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Зависимость от гаджетов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Замена части профессий автоматизацией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Рост энергопотребления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0B12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25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стал частью всей жизни, а не только отдельной машиной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731520" cy="731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B12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377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тренды: ИИ, квантовые и энергоэффективные чипы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731520" cy="7315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0B12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Выиграет тот, кто учится и использует технологии осознанно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Компьютер 21 века: перспективы</dc:title>
  <dc:subject>PptxGenJS Presentation</dc:subject>
  <dc:creator>PptxGenJS</dc:creator>
  <cp:lastModifiedBy>PptxGenJS</cp:lastModifiedBy>
  <cp:revision>1</cp:revision>
  <dcterms:created xsi:type="dcterms:W3CDTF">2026-10-13T05:32:17Z</dcterms:created>
  <dcterms:modified xsi:type="dcterms:W3CDTF">2026-10-13T05:32:17Z</dcterms:modified>
</cp:coreProperties>
</file>